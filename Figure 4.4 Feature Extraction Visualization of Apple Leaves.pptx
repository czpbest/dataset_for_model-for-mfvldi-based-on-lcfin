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714" y="96"/>
      </p:cViewPr>
      <p:guideLst>
        <p:guide orient="horz" pos="2142"/>
        <p:guide pos="38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3383783" y="470043"/>
            <a:ext cx="5424433" cy="5917913"/>
            <a:chOff x="556" y="993"/>
            <a:chExt cx="6810" cy="7260"/>
          </a:xfrm>
        </p:grpSpPr>
        <p:pic>
          <p:nvPicPr>
            <p:cNvPr id="12" name="图片 11" descr="AH_gradcam (1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" y="6477"/>
              <a:ext cx="6811" cy="1776"/>
            </a:xfrm>
            <a:prstGeom prst="rect">
              <a:avLst/>
            </a:prstGeom>
          </p:spPr>
        </p:pic>
        <p:pic>
          <p:nvPicPr>
            <p:cNvPr id="13" name="图片 12" descr="ACAR_gradcam 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6" y="4623"/>
              <a:ext cx="6811" cy="1776"/>
            </a:xfrm>
            <a:prstGeom prst="rect">
              <a:avLst/>
            </a:prstGeom>
          </p:spPr>
        </p:pic>
        <p:pic>
          <p:nvPicPr>
            <p:cNvPr id="14" name="图片 13" descr="ABR_gradcam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6" y="2769"/>
              <a:ext cx="6811" cy="1776"/>
            </a:xfrm>
            <a:prstGeom prst="rect">
              <a:avLst/>
            </a:prstGeom>
          </p:spPr>
        </p:pic>
        <p:pic>
          <p:nvPicPr>
            <p:cNvPr id="15" name="图片 14" descr="AAS_gradcam (1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6" y="993"/>
              <a:ext cx="6811" cy="1776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czp</dc:creator>
  <cp:lastModifiedBy>czp</cp:lastModifiedBy>
  <cp:revision>162</cp:revision>
  <dcterms:created xsi:type="dcterms:W3CDTF">2019-06-19T02:08:00Z</dcterms:created>
  <dcterms:modified xsi:type="dcterms:W3CDTF">2026-07-02T00:04:17Z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D1C0434BB83447EBA212B3AE595E6387_11</vt:lpwstr>
  </property>
</Properties>
</file>