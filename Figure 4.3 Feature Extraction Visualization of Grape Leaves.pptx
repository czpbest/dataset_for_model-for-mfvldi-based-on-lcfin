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400" d="100"/>
          <a:sy n="400" d="100"/>
        </p:scale>
        <p:origin x="-11370" y="-6750"/>
      </p:cViewPr>
      <p:guideLst>
        <p:guide orient="horz" pos="2142"/>
        <p:guide pos="38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>
            <a:grpSpLocks noChangeAspect="1"/>
          </p:cNvGrpSpPr>
          <p:nvPr/>
        </p:nvGrpSpPr>
        <p:grpSpPr>
          <a:xfrm>
            <a:off x="4616550" y="1802447"/>
            <a:ext cx="2958899" cy="3253106"/>
            <a:chOff x="7666" y="993"/>
            <a:chExt cx="6811" cy="7260"/>
          </a:xfrm>
        </p:grpSpPr>
        <p:pic>
          <p:nvPicPr>
            <p:cNvPr id="8" name="图片 7" descr="GLBILS_gradcam (1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6" y="6477"/>
              <a:ext cx="6811" cy="1776"/>
            </a:xfrm>
            <a:prstGeom prst="rect">
              <a:avLst/>
            </a:prstGeom>
          </p:spPr>
        </p:pic>
        <p:pic>
          <p:nvPicPr>
            <p:cNvPr id="9" name="图片 8" descr="GH_gradcam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6" y="4623"/>
              <a:ext cx="6811" cy="1776"/>
            </a:xfrm>
            <a:prstGeom prst="rect">
              <a:avLst/>
            </a:prstGeom>
          </p:spPr>
        </p:pic>
        <p:pic>
          <p:nvPicPr>
            <p:cNvPr id="10" name="图片 9" descr="GEBM_gradcam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66" y="2769"/>
              <a:ext cx="6811" cy="1776"/>
            </a:xfrm>
            <a:prstGeom prst="rect">
              <a:avLst/>
            </a:prstGeom>
          </p:spPr>
        </p:pic>
        <p:pic>
          <p:nvPicPr>
            <p:cNvPr id="11" name="图片 10" descr="GBR_gradcam (1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66" y="993"/>
              <a:ext cx="6811" cy="1776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czp</cp:lastModifiedBy>
  <cp:revision>158</cp:revision>
  <dcterms:created xsi:type="dcterms:W3CDTF">2019-06-19T02:08:00Z</dcterms:created>
  <dcterms:modified xsi:type="dcterms:W3CDTF">2026-07-02T00:37:01Z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D1C0434BB83447EBA212B3AE595E6387_11</vt:lpwstr>
  </property>
</Properties>
</file>