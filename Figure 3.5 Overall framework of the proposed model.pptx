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714" y="96"/>
      </p:cViewPr>
      <p:guideLst>
        <p:guide orient="horz" pos="2142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8742698-3A0E-0869-AF96-8CC57078C762}"/>
              </a:ext>
            </a:extLst>
          </p:cNvPr>
          <p:cNvGrpSpPr/>
          <p:nvPr/>
        </p:nvGrpSpPr>
        <p:grpSpPr>
          <a:xfrm>
            <a:off x="759460" y="437515"/>
            <a:ext cx="10304780" cy="5937885"/>
            <a:chOff x="759460" y="437515"/>
            <a:chExt cx="10304780" cy="5937885"/>
          </a:xfrm>
        </p:grpSpPr>
        <p:sp>
          <p:nvSpPr>
            <p:cNvPr id="18" name="矩形 17"/>
            <p:cNvSpPr/>
            <p:nvPr/>
          </p:nvSpPr>
          <p:spPr>
            <a:xfrm rot="16200000" flipH="1">
              <a:off x="767715" y="834390"/>
              <a:ext cx="1085850" cy="72009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</a:t>
              </a:r>
            </a:p>
          </p:txBody>
        </p:sp>
        <p:cxnSp>
          <p:nvCxnSpPr>
            <p:cNvPr id="19" name="直接箭头连接符 18"/>
            <p:cNvCxnSpPr>
              <a:stCxn id="37" idx="0"/>
              <a:endCxn id="18" idx="3"/>
            </p:cNvCxnSpPr>
            <p:nvPr/>
          </p:nvCxnSpPr>
          <p:spPr>
            <a:xfrm flipH="1" flipV="1">
              <a:off x="1310640" y="1737360"/>
              <a:ext cx="5080" cy="4038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>
              <a:stCxn id="44" idx="2"/>
              <a:endCxn id="61" idx="3"/>
            </p:cNvCxnSpPr>
            <p:nvPr/>
          </p:nvCxnSpPr>
          <p:spPr>
            <a:xfrm flipH="1">
              <a:off x="3140710" y="1167130"/>
              <a:ext cx="5711825" cy="1757680"/>
            </a:xfrm>
            <a:prstGeom prst="bentConnector4">
              <a:avLst>
                <a:gd name="adj1" fmla="val -14852"/>
                <a:gd name="adj2" fmla="val 8175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肘形连接符 116"/>
            <p:cNvCxnSpPr>
              <a:stCxn id="44" idx="2"/>
              <a:endCxn id="54" idx="2"/>
            </p:cNvCxnSpPr>
            <p:nvPr/>
          </p:nvCxnSpPr>
          <p:spPr>
            <a:xfrm flipH="1">
              <a:off x="8852535" y="1167130"/>
              <a:ext cx="3175" cy="2297430"/>
            </a:xfrm>
            <a:prstGeom prst="bentConnector3">
              <a:avLst>
                <a:gd name="adj1" fmla="val -2654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肘形连接符 117"/>
            <p:cNvCxnSpPr>
              <a:stCxn id="61" idx="0"/>
              <a:endCxn id="73" idx="0"/>
            </p:cNvCxnSpPr>
            <p:nvPr/>
          </p:nvCxnSpPr>
          <p:spPr>
            <a:xfrm rot="10800000" flipV="1">
              <a:off x="2466340" y="3464560"/>
              <a:ext cx="404495" cy="2047875"/>
            </a:xfrm>
            <a:prstGeom prst="bentConnector3">
              <a:avLst>
                <a:gd name="adj1" fmla="val 15887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 rot="5400000">
              <a:off x="4716145" y="-326390"/>
              <a:ext cx="1910715" cy="7466330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 rot="16200000">
              <a:off x="8042343" y="3194753"/>
              <a:ext cx="1080000" cy="53975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Global Pooling</a:t>
              </a:r>
            </a:p>
          </p:txBody>
        </p:sp>
        <p:sp>
          <p:nvSpPr>
            <p:cNvPr id="55" name="矩形 54"/>
            <p:cNvSpPr/>
            <p:nvPr/>
          </p:nvSpPr>
          <p:spPr>
            <a:xfrm rot="16200000">
              <a:off x="6866130" y="3194946"/>
              <a:ext cx="1080000" cy="54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FC</a:t>
              </a:r>
            </a:p>
          </p:txBody>
        </p:sp>
        <p:sp>
          <p:nvSpPr>
            <p:cNvPr id="56" name="矩形 55"/>
            <p:cNvSpPr/>
            <p:nvPr/>
          </p:nvSpPr>
          <p:spPr>
            <a:xfrm rot="16200000">
              <a:off x="5773930" y="3194946"/>
              <a:ext cx="1080000" cy="5400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ReLu</a:t>
              </a:r>
            </a:p>
          </p:txBody>
        </p:sp>
        <p:sp>
          <p:nvSpPr>
            <p:cNvPr id="59" name="矩形 58"/>
            <p:cNvSpPr/>
            <p:nvPr/>
          </p:nvSpPr>
          <p:spPr>
            <a:xfrm rot="16200000">
              <a:off x="3616835" y="3194946"/>
              <a:ext cx="1080000" cy="5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Sigmoid</a:t>
              </a:r>
            </a:p>
          </p:txBody>
        </p:sp>
        <p:sp>
          <p:nvSpPr>
            <p:cNvPr id="60" name="矩形 59"/>
            <p:cNvSpPr/>
            <p:nvPr/>
          </p:nvSpPr>
          <p:spPr>
            <a:xfrm rot="16200000">
              <a:off x="4660140" y="3194946"/>
              <a:ext cx="1080000" cy="54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FC</a:t>
              </a:r>
            </a:p>
          </p:txBody>
        </p:sp>
        <p:sp>
          <p:nvSpPr>
            <p:cNvPr id="61" name="矩形 60"/>
            <p:cNvSpPr/>
            <p:nvPr/>
          </p:nvSpPr>
          <p:spPr>
            <a:xfrm rot="16200000">
              <a:off x="2600835" y="3194946"/>
              <a:ext cx="1080000" cy="540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Scale</a:t>
              </a:r>
            </a:p>
          </p:txBody>
        </p:sp>
        <p:cxnSp>
          <p:nvCxnSpPr>
            <p:cNvPr id="64" name="直接箭头连接符 63"/>
            <p:cNvCxnSpPr>
              <a:stCxn id="54" idx="0"/>
              <a:endCxn id="55" idx="2"/>
            </p:cNvCxnSpPr>
            <p:nvPr/>
          </p:nvCxnSpPr>
          <p:spPr>
            <a:xfrm flipH="1">
              <a:off x="7675880" y="3464560"/>
              <a:ext cx="6369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55" idx="0"/>
              <a:endCxn id="56" idx="2"/>
            </p:cNvCxnSpPr>
            <p:nvPr/>
          </p:nvCxnSpPr>
          <p:spPr>
            <a:xfrm flipH="1">
              <a:off x="6583680" y="3464560"/>
              <a:ext cx="5524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56" idx="0"/>
              <a:endCxn id="60" idx="2"/>
            </p:cNvCxnSpPr>
            <p:nvPr/>
          </p:nvCxnSpPr>
          <p:spPr>
            <a:xfrm flipH="1">
              <a:off x="5469890" y="3464560"/>
              <a:ext cx="574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>
              <a:stCxn id="60" idx="0"/>
              <a:endCxn id="59" idx="2"/>
            </p:cNvCxnSpPr>
            <p:nvPr/>
          </p:nvCxnSpPr>
          <p:spPr>
            <a:xfrm flipH="1">
              <a:off x="4426585" y="3464560"/>
              <a:ext cx="503555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>
              <a:stCxn id="59" idx="0"/>
              <a:endCxn id="61" idx="2"/>
            </p:cNvCxnSpPr>
            <p:nvPr/>
          </p:nvCxnSpPr>
          <p:spPr>
            <a:xfrm flipH="1">
              <a:off x="3410585" y="3464560"/>
              <a:ext cx="4762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1" name="文本框 120"/>
            <p:cNvSpPr txBox="1"/>
            <p:nvPr/>
          </p:nvSpPr>
          <p:spPr>
            <a:xfrm>
              <a:off x="8997837" y="4051685"/>
              <a:ext cx="4044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SE</a:t>
              </a:r>
              <a:endParaRPr lang="zh-CN" altLang="en-US" sz="14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938020" y="448310"/>
              <a:ext cx="7465695" cy="1924050"/>
            </a:xfrm>
            <a:prstGeom prst="rect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7909434" y="2064087"/>
              <a:ext cx="14901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EfficientNet-B3</a:t>
              </a:r>
              <a:endParaRPr lang="zh-CN" altLang="en-US" sz="14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6200000">
              <a:off x="2358390" y="890905"/>
              <a:ext cx="1080135" cy="539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Conv 3x3</a:t>
              </a:r>
            </a:p>
          </p:txBody>
        </p:sp>
        <p:sp>
          <p:nvSpPr>
            <p:cNvPr id="42" name="矩形 41"/>
            <p:cNvSpPr/>
            <p:nvPr/>
          </p:nvSpPr>
          <p:spPr>
            <a:xfrm rot="16200000">
              <a:off x="5717540" y="897255"/>
              <a:ext cx="1080135" cy="539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Conv 1x1</a:t>
              </a:r>
            </a:p>
          </p:txBody>
        </p:sp>
        <p:sp>
          <p:nvSpPr>
            <p:cNvPr id="43" name="矩形 42"/>
            <p:cNvSpPr/>
            <p:nvPr/>
          </p:nvSpPr>
          <p:spPr>
            <a:xfrm rot="16200000">
              <a:off x="6849745" y="890905"/>
              <a:ext cx="1080135" cy="53975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Pooling</a:t>
              </a:r>
            </a:p>
          </p:txBody>
        </p:sp>
        <p:sp>
          <p:nvSpPr>
            <p:cNvPr id="44" name="矩形 43"/>
            <p:cNvSpPr/>
            <p:nvPr/>
          </p:nvSpPr>
          <p:spPr>
            <a:xfrm rot="16200000">
              <a:off x="8042910" y="897255"/>
              <a:ext cx="1080135" cy="53975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FC</a:t>
              </a:r>
            </a:p>
          </p:txBody>
        </p:sp>
        <p:cxnSp>
          <p:nvCxnSpPr>
            <p:cNvPr id="48" name="直接箭头连接符 47"/>
            <p:cNvCxnSpPr>
              <a:stCxn id="42" idx="2"/>
              <a:endCxn id="43" idx="0"/>
            </p:cNvCxnSpPr>
            <p:nvPr/>
          </p:nvCxnSpPr>
          <p:spPr>
            <a:xfrm flipV="1">
              <a:off x="6527800" y="1160780"/>
              <a:ext cx="592455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>
              <a:stCxn id="3" idx="2"/>
              <a:endCxn id="42" idx="0"/>
            </p:cNvCxnSpPr>
            <p:nvPr/>
          </p:nvCxnSpPr>
          <p:spPr>
            <a:xfrm>
              <a:off x="5429250" y="1167130"/>
              <a:ext cx="558800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43" idx="2"/>
              <a:endCxn id="44" idx="0"/>
            </p:cNvCxnSpPr>
            <p:nvPr/>
          </p:nvCxnSpPr>
          <p:spPr>
            <a:xfrm>
              <a:off x="7660005" y="1160780"/>
              <a:ext cx="653415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>
              <a:stCxn id="25" idx="2"/>
              <a:endCxn id="2" idx="0"/>
            </p:cNvCxnSpPr>
            <p:nvPr/>
          </p:nvCxnSpPr>
          <p:spPr>
            <a:xfrm>
              <a:off x="3168650" y="1160780"/>
              <a:ext cx="603885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/>
          </p:nvSpPr>
          <p:spPr>
            <a:xfrm rot="16200000">
              <a:off x="3502025" y="897255"/>
              <a:ext cx="1080135" cy="539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MBConv1</a:t>
              </a:r>
            </a:p>
          </p:txBody>
        </p:sp>
        <p:sp>
          <p:nvSpPr>
            <p:cNvPr id="3" name="矩形 2"/>
            <p:cNvSpPr/>
            <p:nvPr/>
          </p:nvSpPr>
          <p:spPr>
            <a:xfrm rot="16200000">
              <a:off x="4618990" y="897255"/>
              <a:ext cx="1080135" cy="539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MBConv6</a:t>
              </a:r>
            </a:p>
          </p:txBody>
        </p:sp>
        <p:cxnSp>
          <p:nvCxnSpPr>
            <p:cNvPr id="5" name="直接箭头连接符 4"/>
            <p:cNvCxnSpPr>
              <a:stCxn id="2" idx="2"/>
              <a:endCxn id="3" idx="0"/>
            </p:cNvCxnSpPr>
            <p:nvPr/>
          </p:nvCxnSpPr>
          <p:spPr>
            <a:xfrm>
              <a:off x="4312285" y="1167130"/>
              <a:ext cx="577215" cy="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cxnSpLocks/>
            </p:cNvCxnSpPr>
            <p:nvPr/>
          </p:nvCxnSpPr>
          <p:spPr>
            <a:xfrm>
              <a:off x="1660544" y="1160780"/>
              <a:ext cx="972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 rot="10800000">
              <a:off x="3168015" y="4439920"/>
              <a:ext cx="4964430" cy="1935480"/>
            </a:xfrm>
            <a:prstGeom prst="rect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 rot="16200000">
              <a:off x="8024370" y="5248536"/>
              <a:ext cx="1080000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GAP</a:t>
              </a:r>
            </a:p>
          </p:txBody>
        </p:sp>
        <p:sp>
          <p:nvSpPr>
            <p:cNvPr id="71" name="矩形 70"/>
            <p:cNvSpPr/>
            <p:nvPr/>
          </p:nvSpPr>
          <p:spPr>
            <a:xfrm rot="16200000">
              <a:off x="5502150" y="5244726"/>
              <a:ext cx="1080000" cy="54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Layer Norm</a:t>
              </a:r>
            </a:p>
          </p:txBody>
        </p:sp>
        <p:sp>
          <p:nvSpPr>
            <p:cNvPr id="72" name="矩形 71"/>
            <p:cNvSpPr/>
            <p:nvPr/>
          </p:nvSpPr>
          <p:spPr>
            <a:xfrm rot="16200000">
              <a:off x="3140585" y="5240916"/>
              <a:ext cx="1080000" cy="54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Layer Norm</a:t>
              </a:r>
            </a:p>
          </p:txBody>
        </p:sp>
        <p:sp>
          <p:nvSpPr>
            <p:cNvPr id="73" name="矩形 72"/>
            <p:cNvSpPr/>
            <p:nvPr/>
          </p:nvSpPr>
          <p:spPr>
            <a:xfrm rot="16200000">
              <a:off x="2196340" y="5242821"/>
              <a:ext cx="1080000" cy="54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Proj Conv2d</a:t>
              </a:r>
            </a:p>
          </p:txBody>
        </p:sp>
        <p:sp>
          <p:nvSpPr>
            <p:cNvPr id="74" name="矩形 73"/>
            <p:cNvSpPr/>
            <p:nvPr/>
          </p:nvSpPr>
          <p:spPr>
            <a:xfrm rot="16200000">
              <a:off x="4120073" y="5244408"/>
              <a:ext cx="1080000" cy="54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Token Mixing</a:t>
              </a:r>
            </a:p>
          </p:txBody>
        </p:sp>
        <p:sp>
          <p:nvSpPr>
            <p:cNvPr id="75" name="矩形 74"/>
            <p:cNvSpPr/>
            <p:nvPr/>
          </p:nvSpPr>
          <p:spPr>
            <a:xfrm rot="16200000">
              <a:off x="6518150" y="5244726"/>
              <a:ext cx="1080000" cy="54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Channel Mixing</a:t>
              </a:r>
            </a:p>
          </p:txBody>
        </p:sp>
        <p:cxnSp>
          <p:nvCxnSpPr>
            <p:cNvPr id="76" name="直接箭头连接符 75"/>
            <p:cNvCxnSpPr>
              <a:stCxn id="73" idx="2"/>
              <a:endCxn id="72" idx="0"/>
            </p:cNvCxnSpPr>
            <p:nvPr/>
          </p:nvCxnSpPr>
          <p:spPr>
            <a:xfrm flipV="1">
              <a:off x="3006090" y="5510530"/>
              <a:ext cx="4044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74" idx="2"/>
            </p:cNvCxnSpPr>
            <p:nvPr/>
          </p:nvCxnSpPr>
          <p:spPr>
            <a:xfrm flipV="1">
              <a:off x="4930140" y="5511165"/>
              <a:ext cx="306705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/>
          </p:nvSpPr>
          <p:spPr>
            <a:xfrm rot="16200000">
              <a:off x="8818120" y="5246631"/>
              <a:ext cx="1080000" cy="54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FC</a:t>
              </a:r>
            </a:p>
          </p:txBody>
        </p:sp>
        <p:cxnSp>
          <p:nvCxnSpPr>
            <p:cNvPr id="88" name="直接箭头连接符 87"/>
            <p:cNvCxnSpPr>
              <a:stCxn id="72" idx="2"/>
              <a:endCxn id="74" idx="0"/>
            </p:cNvCxnSpPr>
            <p:nvPr/>
          </p:nvCxnSpPr>
          <p:spPr>
            <a:xfrm>
              <a:off x="3950335" y="5510530"/>
              <a:ext cx="44005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>
              <a:stCxn id="71" idx="2"/>
              <a:endCxn id="75" idx="0"/>
            </p:cNvCxnSpPr>
            <p:nvPr/>
          </p:nvCxnSpPr>
          <p:spPr>
            <a:xfrm>
              <a:off x="6311900" y="5514340"/>
              <a:ext cx="4762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>
              <a:stCxn id="75" idx="2"/>
              <a:endCxn id="23" idx="1"/>
            </p:cNvCxnSpPr>
            <p:nvPr/>
          </p:nvCxnSpPr>
          <p:spPr>
            <a:xfrm>
              <a:off x="7327900" y="5514975"/>
              <a:ext cx="354965" cy="6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>
              <a:stCxn id="70" idx="2"/>
              <a:endCxn id="82" idx="0"/>
            </p:cNvCxnSpPr>
            <p:nvPr/>
          </p:nvCxnSpPr>
          <p:spPr>
            <a:xfrm flipV="1">
              <a:off x="8834120" y="5516245"/>
              <a:ext cx="254000" cy="19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肘形连接符 96"/>
            <p:cNvCxnSpPr>
              <a:stCxn id="73" idx="1"/>
              <a:endCxn id="28" idx="2"/>
            </p:cNvCxnSpPr>
            <p:nvPr/>
          </p:nvCxnSpPr>
          <p:spPr>
            <a:xfrm rot="5400000" flipH="1" flipV="1">
              <a:off x="3902710" y="4580890"/>
              <a:ext cx="305435" cy="2637790"/>
            </a:xfrm>
            <a:prstGeom prst="bentConnector3">
              <a:avLst>
                <a:gd name="adj1" fmla="val -7785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肘形连接符 98"/>
            <p:cNvCxnSpPr>
              <a:stCxn id="28" idx="0"/>
              <a:endCxn id="23" idx="0"/>
            </p:cNvCxnSpPr>
            <p:nvPr/>
          </p:nvCxnSpPr>
          <p:spPr>
            <a:xfrm rot="16200000" flipH="1">
              <a:off x="6612890" y="4044315"/>
              <a:ext cx="3175" cy="2478405"/>
            </a:xfrm>
            <a:prstGeom prst="bentConnector3">
              <a:avLst>
                <a:gd name="adj1" fmla="val -176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0" name="文本框 119"/>
            <p:cNvSpPr txBox="1"/>
            <p:nvPr/>
          </p:nvSpPr>
          <p:spPr>
            <a:xfrm>
              <a:off x="6631631" y="6064367"/>
              <a:ext cx="1497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MLP-Mixer  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×4</a:t>
              </a:r>
            </a:p>
          </p:txBody>
        </p:sp>
        <p:cxnSp>
          <p:nvCxnSpPr>
            <p:cNvPr id="36" name="直接箭头连接符 35"/>
            <p:cNvCxnSpPr>
              <a:stCxn id="82" idx="2"/>
            </p:cNvCxnSpPr>
            <p:nvPr/>
          </p:nvCxnSpPr>
          <p:spPr>
            <a:xfrm flipV="1">
              <a:off x="9627870" y="5514975"/>
              <a:ext cx="540000" cy="12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7" name="组合 26"/>
            <p:cNvGrpSpPr/>
            <p:nvPr/>
          </p:nvGrpSpPr>
          <p:grpSpPr>
            <a:xfrm>
              <a:off x="10027285" y="448310"/>
              <a:ext cx="1036955" cy="5914390"/>
              <a:chOff x="14980" y="706"/>
              <a:chExt cx="1633" cy="9314"/>
            </a:xfrm>
          </p:grpSpPr>
          <p:sp>
            <p:nvSpPr>
              <p:cNvPr id="124" name="矩形 123"/>
              <p:cNvSpPr/>
              <p:nvPr/>
            </p:nvSpPr>
            <p:spPr>
              <a:xfrm rot="16200000">
                <a:off x="11140" y="4546"/>
                <a:ext cx="9314" cy="1633"/>
              </a:xfrm>
              <a:prstGeom prst="rect">
                <a:avLst/>
              </a:prstGeom>
              <a:ln w="12700" cap="flat" cmpd="sng" algn="ctr">
                <a:solidFill>
                  <a:prstClr val="black"/>
                </a:solidFill>
                <a:prstDash val="dash"/>
                <a:miter lim="800000"/>
              </a:ln>
            </p:spPr>
            <p:style>
              <a:lnRef idx="0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5" name="直接箭头连接符 124"/>
              <p:cNvCxnSpPr>
                <a:stCxn id="15" idx="1"/>
                <a:endCxn id="6" idx="1"/>
              </p:cNvCxnSpPr>
              <p:nvPr/>
            </p:nvCxnSpPr>
            <p:spPr>
              <a:xfrm flipV="1">
                <a:off x="15794" y="6870"/>
                <a:ext cx="0" cy="10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矩形 125"/>
                  <p:cNvSpPr/>
                  <p:nvPr/>
                </p:nvSpPr>
                <p:spPr>
                  <a:xfrm>
                    <a:off x="15161" y="5238"/>
                    <a:ext cx="1304" cy="666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0">
                    <a:srgbClr val="FFFFFF"/>
                  </a:lnRef>
                  <a:fillRef idx="2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ts val="168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𝑉𝑎𝑟𝑖𝑜𝑢𝑠</m:t>
                                  </m:r>
                                </m:e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𝑡𝑜𝑚𝑎𝑡𝑜𝑒𝑠</m:t>
                                  </m:r>
                                </m:e>
                              </m:eqArr>
                            </m:sub>
                          </m:sSub>
                        </m:oMath>
                      </m:oMathPara>
                    </a14:m>
                    <a:endParaRPr lang="en-US" altLang="zh-CN" sz="14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26" name="矩形 1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61" y="5238"/>
                    <a:ext cx="1304" cy="6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6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矩形 126"/>
                  <p:cNvSpPr/>
                  <p:nvPr/>
                </p:nvSpPr>
                <p:spPr>
                  <a:xfrm>
                    <a:off x="15161" y="3227"/>
                    <a:ext cx="1304" cy="666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0">
                    <a:srgbClr val="FFFFFF"/>
                  </a:lnRef>
                  <a:fillRef idx="2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𝑉𝑎𝑟𝑖𝑜𝑢𝑠</m:t>
                                  </m:r>
                                </m:e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 </m:t>
                                  </m:r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𝑔𝑟𝑎𝑝𝑒𝑠</m:t>
                                  </m:r>
                                </m:e>
                              </m:eqArr>
                            </m:sub>
                          </m:sSub>
                        </m:oMath>
                      </m:oMathPara>
                    </a14:m>
                    <a:endParaRPr lang="en-US" altLang="zh-CN" sz="14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27" name="矩形 1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61" y="3227"/>
                    <a:ext cx="1304" cy="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3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8" name="文本框 127"/>
              <p:cNvSpPr txBox="1"/>
              <p:nvPr/>
            </p:nvSpPr>
            <p:spPr>
              <a:xfrm rot="16200000">
                <a:off x="15285" y="4212"/>
                <a:ext cx="79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/>
                  <a:t>...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 rot="16200000">
                <a:off x="15285" y="2160"/>
                <a:ext cx="79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/>
                  <a:t>...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矩形 28"/>
                  <p:cNvSpPr/>
                  <p:nvPr/>
                </p:nvSpPr>
                <p:spPr>
                  <a:xfrm>
                    <a:off x="15161" y="1170"/>
                    <a:ext cx="1304" cy="666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0">
                    <a:srgbClr val="FFFFFF"/>
                  </a:lnRef>
                  <a:fillRef idx="2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𝑉𝑎𝑟𝑖𝑜𝑢𝑠</m:t>
                                  </m:r>
                                </m:e>
                                <m:e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 </m:t>
                                  </m:r>
                                  <m:r>
                                    <a:rPr lang="zh-CN" alt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𝑎𝑝𝑝𝑙𝑒𝑠</m:t>
                                  </m:r>
                                </m:e>
                              </m:eqArr>
                            </m:sub>
                          </m:sSub>
                        </m:oMath>
                      </m:oMathPara>
                    </a14:m>
                    <a:endParaRPr lang="en-US" altLang="zh-CN" sz="1400" dirty="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29" name="矩形 2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61" y="1170"/>
                    <a:ext cx="1304" cy="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735" b="-57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矩形 14"/>
              <p:cNvSpPr/>
              <p:nvPr/>
            </p:nvSpPr>
            <p:spPr>
              <a:xfrm rot="16200000" flipH="1">
                <a:off x="14953" y="8208"/>
                <a:ext cx="1680" cy="113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Output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 rot="16200000">
                <a:off x="12816" y="3205"/>
                <a:ext cx="5964" cy="1366"/>
              </a:xfrm>
              <a:prstGeom prst="rect">
                <a:avLst/>
              </a:prstGeom>
              <a:ln w="12700" cap="flat" cmpd="sng" algn="ctr">
                <a:solidFill>
                  <a:prstClr val="black"/>
                </a:solidFill>
                <a:prstDash val="dash"/>
                <a:miter lim="800000"/>
              </a:ln>
            </p:spPr>
            <p:style>
              <a:lnRef idx="0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759460" y="437515"/>
              <a:ext cx="1073150" cy="5925185"/>
            </a:xfrm>
            <a:prstGeom prst="rect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682865" y="5283200"/>
              <a:ext cx="339090" cy="464185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2000">
                  <a:latin typeface="+mn-ea"/>
                </a:rPr>
                <a:t>⊕</a:t>
              </a:r>
            </a:p>
          </p:txBody>
        </p:sp>
        <p:cxnSp>
          <p:nvCxnSpPr>
            <p:cNvPr id="26" name="直接箭头连接符 25"/>
            <p:cNvCxnSpPr>
              <a:endCxn id="70" idx="0"/>
            </p:cNvCxnSpPr>
            <p:nvPr/>
          </p:nvCxnSpPr>
          <p:spPr>
            <a:xfrm>
              <a:off x="8047990" y="5513070"/>
              <a:ext cx="246380" cy="57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204460" y="5283200"/>
              <a:ext cx="339090" cy="464185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2000">
                  <a:latin typeface="+mn-ea"/>
                </a:rPr>
                <a:t>⊕</a:t>
              </a:r>
            </a:p>
          </p:txBody>
        </p:sp>
        <p:cxnSp>
          <p:nvCxnSpPr>
            <p:cNvPr id="30" name="直接箭头连接符 29"/>
            <p:cNvCxnSpPr>
              <a:stCxn id="28" idx="3"/>
            </p:cNvCxnSpPr>
            <p:nvPr/>
          </p:nvCxnSpPr>
          <p:spPr>
            <a:xfrm>
              <a:off x="5543550" y="5515610"/>
              <a:ext cx="216535" cy="44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4" name="组合 33"/>
            <p:cNvGrpSpPr/>
            <p:nvPr/>
          </p:nvGrpSpPr>
          <p:grpSpPr>
            <a:xfrm>
              <a:off x="816610" y="2526030"/>
              <a:ext cx="969010" cy="3774440"/>
              <a:chOff x="1286" y="3861"/>
              <a:chExt cx="1526" cy="594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286" y="3861"/>
                <a:ext cx="1526" cy="5944"/>
              </a:xfrm>
              <a:prstGeom prst="rect">
                <a:avLst/>
              </a:prstGeom>
              <a:ln w="12700" cap="flat" cmpd="sng" algn="ctr">
                <a:solidFill>
                  <a:prstClr val="black"/>
                </a:solidFill>
                <a:prstDash val="dash"/>
                <a:miter lim="800000"/>
              </a:ln>
            </p:spPr>
            <p:style>
              <a:lnRef idx="0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 rot="5400000">
                <a:off x="1838" y="5568"/>
                <a:ext cx="72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/>
                  <a:t>...</a:t>
                </a: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 rot="5400000">
                <a:off x="1838" y="7620"/>
                <a:ext cx="72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/>
                  <a:t>...</a:t>
                </a:r>
              </a:p>
            </p:txBody>
          </p:sp>
          <p:pic>
            <p:nvPicPr>
              <p:cNvPr id="31" name="图片 30" descr="D:/水果叶片/test/Apple___Apple_scab/cb36375a-3a30-4d01-8764-358eb6300f16___FREC_Scab 3378.JPGcb36375a-3a30-4d01-8764-358eb6300f16___FREC_Scab 3378"/>
              <p:cNvPicPr>
                <a:picLocks noChangeAspect="1"/>
              </p:cNvPicPr>
              <p:nvPr/>
            </p:nvPicPr>
            <p:blipFill>
              <a:blip r:embed="rId6"/>
              <a:srcRect l="-36" t="36" r="36" b="36"/>
              <a:stretch>
                <a:fillRect/>
              </a:stretch>
            </p:blipFill>
            <p:spPr>
              <a:xfrm>
                <a:off x="1351" y="4184"/>
                <a:ext cx="1389" cy="1389"/>
              </a:xfrm>
              <a:prstGeom prst="rect">
                <a:avLst/>
              </a:prstGeom>
            </p:spPr>
          </p:pic>
          <p:pic>
            <p:nvPicPr>
              <p:cNvPr id="32" name="图片 31" descr="D:/水果叶片/test/Grape___healthy/00e00912-bf75-4cf8-8b7d-ad64b73bea5f___Mt.N.V_HL 6067.JPG00e00912-bf75-4cf8-8b7d-ad64b73bea5f___Mt.N.V_HL 6067"/>
              <p:cNvPicPr>
                <a:picLocks noChangeAspect="1"/>
              </p:cNvPicPr>
              <p:nvPr/>
            </p:nvPicPr>
            <p:blipFill>
              <a:blip r:embed="rId7"/>
              <a:srcRect l="-36" t="36" r="36" b="36"/>
              <a:stretch>
                <a:fillRect/>
              </a:stretch>
            </p:blipFill>
            <p:spPr>
              <a:xfrm>
                <a:off x="1351" y="6242"/>
                <a:ext cx="1389" cy="1389"/>
              </a:xfrm>
              <a:prstGeom prst="rect">
                <a:avLst/>
              </a:prstGeom>
            </p:spPr>
          </p:pic>
          <p:pic>
            <p:nvPicPr>
              <p:cNvPr id="33" name="图片 32" descr="D:/水果叶片/test/Tomato_healthy/00bce074-967b-4d50-967a-31fdaa35e688___RS_HL 0223.JPG00bce074-967b-4d50-967a-31fdaa35e688___RS_HL 0223"/>
              <p:cNvPicPr>
                <a:picLocks noChangeAspect="1"/>
              </p:cNvPicPr>
              <p:nvPr/>
            </p:nvPicPr>
            <p:blipFill>
              <a:blip r:embed="rId8"/>
              <a:srcRect l="-36" t="36" r="36" b="36"/>
              <a:stretch>
                <a:fillRect/>
              </a:stretch>
            </p:blipFill>
            <p:spPr>
              <a:xfrm>
                <a:off x="1351" y="8226"/>
                <a:ext cx="1389" cy="1389"/>
              </a:xfrm>
              <a:prstGeom prst="rect">
                <a:avLst/>
              </a:prstGeom>
            </p:spPr>
          </p:pic>
        </p:grpSp>
        <p:sp>
          <p:nvSpPr>
            <p:cNvPr id="37" name="文本框 36"/>
            <p:cNvSpPr txBox="1"/>
            <p:nvPr/>
          </p:nvSpPr>
          <p:spPr>
            <a:xfrm>
              <a:off x="775335" y="2141220"/>
              <a:ext cx="108013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3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300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300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</Words>
  <Application>Microsoft Office PowerPoint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Cambria Math</vt:lpstr>
      <vt:lpstr>Times New Roman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czp</dc:creator>
  <cp:lastModifiedBy>czp</cp:lastModifiedBy>
  <cp:revision>161</cp:revision>
  <dcterms:created xsi:type="dcterms:W3CDTF">2019-06-19T02:08:00Z</dcterms:created>
  <dcterms:modified xsi:type="dcterms:W3CDTF">2026-07-01T19:33:19Z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D1C0434BB83447EBA212B3AE595E6387_11</vt:lpwstr>
  </property>
</Properties>
</file>