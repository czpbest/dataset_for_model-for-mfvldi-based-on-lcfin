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714" y="96"/>
      </p:cViewPr>
      <p:guideLst>
        <p:guide orient="horz" pos="2142"/>
        <p:guide pos="38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4373245" y="1611312"/>
            <a:ext cx="3445510" cy="3635375"/>
            <a:chOff x="9326" y="1841"/>
            <a:chExt cx="6810" cy="7182"/>
          </a:xfrm>
        </p:grpSpPr>
        <p:pic>
          <p:nvPicPr>
            <p:cNvPr id="4" name="图片 3" descr="TLM_gradcam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6" y="1841"/>
              <a:ext cx="6811" cy="1776"/>
            </a:xfrm>
            <a:prstGeom prst="rect">
              <a:avLst/>
            </a:prstGeom>
          </p:spPr>
        </p:pic>
        <p:pic>
          <p:nvPicPr>
            <p:cNvPr id="5" name="图片 4" descr="TH_gradcam (1)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326" y="3617"/>
              <a:ext cx="6811" cy="1776"/>
            </a:xfrm>
            <a:prstGeom prst="rect">
              <a:avLst/>
            </a:prstGeom>
          </p:spPr>
        </p:pic>
        <p:pic>
          <p:nvPicPr>
            <p:cNvPr id="6" name="图片 5" descr="TEB_gradcam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26" y="5471"/>
              <a:ext cx="6811" cy="1776"/>
            </a:xfrm>
            <a:prstGeom prst="rect">
              <a:avLst/>
            </a:prstGeom>
          </p:spPr>
        </p:pic>
        <p:pic>
          <p:nvPicPr>
            <p:cNvPr id="7" name="图片 6" descr="TBS_gradcam (1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326" y="7247"/>
              <a:ext cx="6811" cy="1776"/>
            </a:xfrm>
            <a:prstGeom prst="rect">
              <a:avLst/>
            </a:prstGeom>
          </p:spPr>
        </p:pic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czp</dc:creator>
  <cp:lastModifiedBy>czp</cp:lastModifiedBy>
  <cp:revision>161</cp:revision>
  <dcterms:created xsi:type="dcterms:W3CDTF">2019-06-19T02:08:00Z</dcterms:created>
  <dcterms:modified xsi:type="dcterms:W3CDTF">2026-07-02T00:41:32Z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D1C0434BB83447EBA212B3AE595E6387_11</vt:lpwstr>
  </property>
</Properties>
</file>